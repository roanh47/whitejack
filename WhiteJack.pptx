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  <p:sldId id="267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A9029-3B5F-624A-9702-136655025526}" v="3" dt="2026-04-02T07:24:4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an Heemstra" userId="16020c6cc9858580" providerId="LiveId" clId="{37F841CA-0519-5907-8522-12F34C32A557}"/>
    <pc:docChg chg="undo custSel modSld">
      <pc:chgData name="Roan Heemstra" userId="16020c6cc9858580" providerId="LiveId" clId="{37F841CA-0519-5907-8522-12F34C32A557}" dt="2026-04-02T07:24:48.478" v="2" actId="1076"/>
      <pc:docMkLst>
        <pc:docMk/>
      </pc:docMkLst>
      <pc:sldChg chg="modSp mod">
        <pc:chgData name="Roan Heemstra" userId="16020c6cc9858580" providerId="LiveId" clId="{37F841CA-0519-5907-8522-12F34C32A557}" dt="2026-04-02T07:24:48.478" v="2" actId="1076"/>
        <pc:sldMkLst>
          <pc:docMk/>
          <pc:sldMk cId="717767090" sldId="258"/>
        </pc:sldMkLst>
        <pc:spChg chg="mod">
          <ac:chgData name="Roan Heemstra" userId="16020c6cc9858580" providerId="LiveId" clId="{37F841CA-0519-5907-8522-12F34C32A557}" dt="2026-04-02T07:24:48.478" v="2" actId="1076"/>
          <ac:spMkLst>
            <pc:docMk/>
            <pc:sldMk cId="717767090" sldId="258"/>
            <ac:spMk id="2" creationId="{7BDD52E3-05C7-94E1-0307-4AAAC0F90EC1}"/>
          </ac:spMkLst>
        </pc:spChg>
        <pc:spChg chg="mod">
          <ac:chgData name="Roan Heemstra" userId="16020c6cc9858580" providerId="LiveId" clId="{37F841CA-0519-5907-8522-12F34C32A557}" dt="2026-04-02T07:24:48.478" v="2" actId="1076"/>
          <ac:spMkLst>
            <pc:docMk/>
            <pc:sldMk cId="717767090" sldId="258"/>
            <ac:spMk id="3" creationId="{EBB1AB4D-12E8-89D3-349A-753FF991FEAE}"/>
          </ac:spMkLst>
        </pc:spChg>
        <pc:picChg chg="mod">
          <ac:chgData name="Roan Heemstra" userId="16020c6cc9858580" providerId="LiveId" clId="{37F841CA-0519-5907-8522-12F34C32A557}" dt="2026-04-02T07:24:48.478" v="2" actId="1076"/>
          <ac:picMkLst>
            <pc:docMk/>
            <pc:sldMk cId="717767090" sldId="258"/>
            <ac:picMk id="5" creationId="{4EA5114D-1BD9-A780-18DF-8D72C223D1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6D3D3-7DC7-8C13-7DE5-602C0B7A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95138-C929-4342-7977-7598C6748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CFF25-FB18-19A1-28A4-B2A981B4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F8DB3-EB22-A9BE-25F2-FC96EF4B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723E3-40AF-DA0B-534C-EFE35577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4886-1B0E-8DED-D11E-3E01BE82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13F0-7B93-286D-42EB-E09D5D3B7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A712-4C6C-6603-266E-F25FE141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6E3C-EA7C-A573-8D88-E61528EB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987CA-5B91-E1D6-2DC4-7B7C977C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2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CF72-096C-F45A-2F10-B71BC00E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65A63-23AF-3464-2115-287EC2774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E08F-58E2-3614-C1EE-13FBD054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D4D23-0392-86F5-83CC-A25BC245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314D0-58FA-AA79-C785-2B9348CC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0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DA61-4EB4-F173-B4E7-D44C0345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899B2-0C77-E5D3-C9C9-4940F2644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0CBE0-C617-FE83-4995-ABF16013F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DCD46-C3F7-4D8F-0111-DD39B0B6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ED0FB-8D88-9420-8402-CBAD677E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0768A-002F-210B-755C-8CF20E1D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0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30A1-0E03-9B01-B34F-9FA5A3EF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CAD7A-FF4E-FE0D-4E18-5934AC2A4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D9B19-A51B-574F-B465-533AFC25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A062D-A74A-60D6-590D-A55CB81E0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9017A-7AE5-C417-77F2-C6F87AC83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88B11-901A-EFA3-C7FA-2D836B2F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42145-FDE8-6D37-4F46-239EC64F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ACFB3-7BF3-1D8D-44D7-209EFE74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3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85C4-423A-330D-EDAA-0DC90028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DD571-A1C9-649C-C335-B66B612C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62854-BBA2-D9F5-D636-27F47DAD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68E6C-6043-BB05-69EE-00B41CDC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D2BAB-7648-632A-3A96-D6280394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4480C-8707-E66E-DE2E-526BC73F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8765E-B3D0-24ED-F941-7A2FA829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A983-890A-93E0-4FC2-AFB79E843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91879-DEB1-93F0-1D79-B1E119397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AE81F-3FE4-2F9D-1245-B790044DE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8F5DF-7837-3676-BC66-1CEA47AD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F366D-6F33-3F7A-D05F-7AC9277A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D4EE3-2D9A-DA03-A1B2-B898A036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4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4A8BD-CE8B-70C2-F7F3-033BF15A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057AD-1E60-68FB-967C-6ADD91077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12253-7818-ABEE-0B89-E3751DB84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46794-06B3-3107-481A-EA6015BD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BE325-478A-C343-035F-866DFF77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CFF11-277B-BA1E-F3A9-79C3F65A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2B67-626C-0C81-C5E3-A831FA3B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86529-6074-88B2-690B-AC02D32B0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EF6C8-6201-8DE7-4630-FB52A2F1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26BD3-0444-9C17-6F8F-6A12D45C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CBBB5-BD87-341C-B0DF-BE3D11A2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8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782E2-02F3-8C64-0C3B-533C29921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C1406-ACC6-14E0-8CDB-AE673A16E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706D8-968A-58F6-C436-FB1EF7FA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BC018-080F-3D9C-77BE-6DC73745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60AEE-C239-F0A4-9B2C-B9004027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2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0"/>
            </a:gs>
            <a:gs pos="100000">
              <a:srgbClr val="2222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CC012-AA42-06D1-555E-CBC7DD49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3EFC7-4FA5-A96E-5277-A7DB81A21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DA7A9-7C21-E5B2-7395-AD9182DE6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22239-BC8E-F84C-89AA-B639A04204D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7A465-6C51-DE3E-D218-62C553677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46767-ADBE-FD92-06D9-CEEF5F6EE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05B98-5942-EA40-97B4-A0740D95B329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Line"/>
          <p:cNvSpPr/>
          <p:nvPr/>
        </p:nvSpPr>
        <p:spPr>
          <a:xfrm>
            <a:off x="0" y="6400000"/>
            <a:ext cx="2400000" cy="38100"/>
          </a:xfrm>
          <a:prstGeom prst="rect">
            <a:avLst/>
          </a:prstGeom>
          <a:solidFill>
            <a:srgbClr val="D4A84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AccentLineRight"/>
          <p:cNvSpPr/>
          <p:nvPr/>
        </p:nvSpPr>
        <p:spPr>
          <a:xfrm>
            <a:off x="11900000" y="0"/>
            <a:ext cx="25400" cy="6858000"/>
          </a:xfrm>
          <a:prstGeom prst="rect">
            <a:avLst/>
          </a:prstGeom>
          <a:solidFill>
            <a:srgbClr val="D4A843">
              <a:alpha val="3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2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ECE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BFA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C8BFA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2E3-05C7-94E1-0307-4AAAC0F90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3644"/>
            <a:ext cx="9144000" cy="2387600"/>
          </a:xfrm>
        </p:spPr>
        <p:txBody>
          <a:bodyPr/>
          <a:lstStyle/>
          <a:p>
            <a:pPr algn="ctr">
              <a:buNone/>
            </a:pPr>
            <a:r>
              <a:rPr lang="en-US" sz="4400" b="1" err="1">
                <a:solidFill>
                  <a:srgbClr val="D4A843"/>
                </a:solidFill>
              </a:rPr>
              <a:t>White</a:t>
            </a:r>
            <a:r>
              <a:rPr lang="en-US" sz="4400" b="1" err="1">
                <a:solidFill>
                  <a:srgbClr val="F0ECE3"/>
                </a:solidFill>
              </a:rPr>
              <a:t>Jack</a:t>
            </a:r>
            <a:endParaRPr lang="en-US" sz="4400" b="1">
              <a:solidFill>
                <a:srgbClr val="F0ECE3"/>
              </a:solidFill>
            </a:endParaRPr>
          </a:p>
          <a:p>
            <a:pPr algn="ctr">
              <a:buNone/>
            </a:pPr>
            <a:r>
              <a:rPr lang="en-US" sz="1800">
                <a:solidFill>
                  <a:srgbClr val="C8BFA8"/>
                </a:solidFill>
              </a:rPr>
              <a:t>Een d12 </a:t>
            </a:r>
            <a:r>
              <a:rPr lang="en-US" sz="1800" err="1">
                <a:solidFill>
                  <a:srgbClr val="C8BFA8"/>
                </a:solidFill>
              </a:rPr>
              <a:t>dobbelspel</a:t>
            </a:r>
            <a:r>
              <a:rPr lang="en-US" sz="1800">
                <a:solidFill>
                  <a:srgbClr val="C8BFA8"/>
                </a:solidFill>
              </a:rPr>
              <a:t> </a:t>
            </a:r>
            <a:r>
              <a:rPr lang="en-US" sz="1800" err="1">
                <a:solidFill>
                  <a:srgbClr val="C8BFA8"/>
                </a:solidFill>
              </a:rPr>
              <a:t>gebouwd</a:t>
            </a:r>
            <a:r>
              <a:rPr lang="en-US" sz="1800">
                <a:solidFill>
                  <a:srgbClr val="C8BFA8"/>
                </a:solidFill>
              </a:rPr>
              <a:t>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1AB4D-12E8-89D3-349A-753FF991F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3319"/>
            <a:ext cx="9144000" cy="1655762"/>
          </a:xfrm>
        </p:spPr>
        <p:txBody>
          <a:bodyPr/>
          <a:lstStyle/>
          <a:p>
            <a:pPr algn="ctr">
              <a:buNone/>
            </a:pPr>
            <a:r>
              <a:rPr lang="en-US" sz="1600">
                <a:solidFill>
                  <a:srgbClr val="C8BFA8"/>
                </a:solidFill>
              </a:rPr>
              <a:t>Roan Heemstra  |  Thijs van der Sandt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5114D-1BD9-A780-18DF-8D72C223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18" y="652087"/>
            <a:ext cx="2098964" cy="209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6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5BA4-810E-EE2D-3357-4761A751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>
                <a:solidFill>
                  <a:srgbClr val="D4A843"/>
                </a:solidFill>
              </a:rPr>
              <a:t>Hoe werkt WhiteJack?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D28BB-615E-BBC8-E91F-130A1CDF7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>
                <a:solidFill>
                  <a:srgbClr val="D4A843"/>
                </a:solidFill>
              </a:rPr>
              <a:t>Het doel</a:t>
            </a:r>
          </a:p>
          <a:p>
            <a:pPr marL="228600" indent="-228600">
              <a:buFont typeface="Arial"/>
              <a:buChar char="•"/>
            </a:pPr>
            <a:r>
              <a:rPr lang="en-US" sz="1500">
                <a:solidFill>
                  <a:srgbClr val="C8BFA8"/>
                </a:solidFill>
              </a:rPr>
              <a:t>Gooi d12-dobbelstenen en kom zo dicht mogelijk bij 24 — zonder erover te gaan!</a:t>
            </a:r>
          </a:p>
          <a:p>
            <a:pPr marL="228600" indent="-228600">
              <a:buFont typeface="Arial"/>
              <a:buChar char="•"/>
            </a:pPr>
            <a:r>
              <a:rPr lang="en-US" sz="1500">
                <a:solidFill>
                  <a:srgbClr val="C8BFA8"/>
                </a:solidFill>
              </a:rPr>
              <a:t>Speel tegen het huis: de Scar</a:t>
            </a:r>
          </a:p>
          <a:p>
            <a:pPr marL="0" indent="0">
              <a:buNone/>
            </a:pPr>
            <a:endParaRPr lang="en-US" sz="1500">
              <a:solidFill>
                <a:srgbClr val="C8BFA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>
                <a:solidFill>
                  <a:srgbClr val="D4A843"/>
                </a:solidFill>
              </a:rPr>
              <a:t>Jouw opties</a:t>
            </a:r>
          </a:p>
          <a:p>
            <a:pPr marL="228600" indent="-228600">
              <a:buFont typeface="Arial"/>
              <a:buChar char="•"/>
            </a:pPr>
            <a:r>
              <a:rPr lang="en-US" sz="1500" b="1">
                <a:solidFill>
                  <a:srgbClr val="F0ECE3"/>
                </a:solidFill>
              </a:rPr>
              <a:t>Tick</a:t>
            </a:r>
            <a:r>
              <a:rPr lang="en-US" sz="1500">
                <a:solidFill>
                  <a:srgbClr val="C8BFA8"/>
                </a:solidFill>
              </a:rPr>
              <a:t> — Gooi nog een d12 en tel op</a:t>
            </a:r>
          </a:p>
          <a:p>
            <a:pPr marL="228600" indent="-228600">
              <a:buFont typeface="Arial"/>
              <a:buChar char="•"/>
            </a:pPr>
            <a:r>
              <a:rPr lang="en-US" sz="1500" b="1">
                <a:solidFill>
                  <a:srgbClr val="F0ECE3"/>
                </a:solidFill>
              </a:rPr>
              <a:t>Snip</a:t>
            </a:r>
            <a:r>
              <a:rPr lang="en-US" sz="1500">
                <a:solidFill>
                  <a:srgbClr val="C8BFA8"/>
                </a:solidFill>
              </a:rPr>
              <a:t> — Stoppen en passen</a:t>
            </a:r>
          </a:p>
          <a:p>
            <a:pPr marL="228600" indent="-228600">
              <a:buFont typeface="Arial"/>
              <a:buChar char="•"/>
            </a:pPr>
            <a:r>
              <a:rPr lang="en-US" sz="1500" b="1">
                <a:solidFill>
                  <a:srgbClr val="F0ECE3"/>
                </a:solidFill>
              </a:rPr>
              <a:t>Cut the Fuse</a:t>
            </a:r>
            <a:r>
              <a:rPr lang="en-US" sz="1500">
                <a:solidFill>
                  <a:srgbClr val="C8BFA8"/>
                </a:solidFill>
              </a:rPr>
              <a:t> — Verdubbel je inzet, krijg één extra worp</a:t>
            </a:r>
          </a:p>
        </p:txBody>
      </p:sp>
    </p:spTree>
    <p:extLst>
      <p:ext uri="{BB962C8B-B14F-4D97-AF65-F5344CB8AC3E}">
        <p14:creationId xmlns:p14="http://schemas.microsoft.com/office/powerpoint/2010/main" val="63805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01A5-C3B2-E212-ABCA-3A6E7728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>
                <a:solidFill>
                  <a:srgbClr val="D4A843"/>
                </a:solidFill>
              </a:rPr>
              <a:t>Techniek &amp; Toekomst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4D387-E995-3BC6-BCB5-C711B8448B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>
                <a:solidFill>
                  <a:srgbClr val="D4A843"/>
                </a:solidFill>
              </a:rPr>
              <a:t>Tech Stack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600" b="1">
                <a:solidFill>
                  <a:srgbClr val="F0ECE3"/>
                </a:solidFill>
              </a:rPr>
              <a:t>Python 3</a:t>
            </a:r>
            <a:r>
              <a:rPr lang="en-US" sz="1600">
                <a:solidFill>
                  <a:srgbClr val="C8BFA8"/>
                </a:solidFill>
              </a:rPr>
              <a:t> + Flask framework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HTML/CSS/JS frontend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Gehost op PythonAnywhere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Spellogica server-side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E2924-1FFC-EF84-B54B-F11AB474F3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>
                <a:solidFill>
                  <a:srgbClr val="D4A843"/>
                </a:solidFill>
              </a:rPr>
              <a:t>Toekomst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Spelersaccounts &amp; bankroll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Multiplayer ondersteuning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Mooiere UI &amp; animaties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600">
                <a:solidFill>
                  <a:srgbClr val="C8BFA8"/>
                </a:solidFill>
              </a:rPr>
              <a:t>Speciale dobbelsteenwaarden</a:t>
            </a:r>
          </a:p>
        </p:txBody>
      </p:sp>
    </p:spTree>
    <p:extLst>
      <p:ext uri="{BB962C8B-B14F-4D97-AF65-F5344CB8AC3E}">
        <p14:creationId xmlns:p14="http://schemas.microsoft.com/office/powerpoint/2010/main" val="337167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153D-6B72-FF6E-230D-9A5410BC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3200" b="1">
                <a:solidFill>
                  <a:srgbClr val="D4A843"/>
                </a:solidFill>
              </a:rPr>
              <a:t>Probeer het zelf!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686BF4-1A78-9749-95DB-B9163DDCFD0A}"/>
              </a:ext>
            </a:extLst>
          </p:cNvPr>
          <p:cNvSpPr/>
          <p:nvPr/>
        </p:nvSpPr>
        <p:spPr>
          <a:xfrm>
            <a:off x="4508500" y="1778000"/>
            <a:ext cx="3175000" cy="31750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0" cap="flat" cmpd="sng" algn="ctr">
            <a:solidFill>
              <a:srgbClr val="D4A843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US" sz="2800" b="1">
              <a:solidFill>
                <a:srgbClr val="D4A84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4BA44-EB2B-C749-A17E-3D181179D1F1}"/>
              </a:ext>
            </a:extLst>
          </p:cNvPr>
          <p:cNvSpPr txBox="1"/>
          <p:nvPr/>
        </p:nvSpPr>
        <p:spPr>
          <a:xfrm>
            <a:off x="4010693" y="5343754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ECE3"/>
                </a:solidFill>
              </a:rPr>
              <a:t>WhiteJack.pythonanywhere.com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E4552-4268-2D44-966A-2AC4ADD36C7E}"/>
              </a:ext>
            </a:extLst>
          </p:cNvPr>
          <p:cNvSpPr txBox="1"/>
          <p:nvPr/>
        </p:nvSpPr>
        <p:spPr>
          <a:xfrm>
            <a:off x="4391693" y="5851754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8BFA8"/>
                </a:solidFill>
              </a:rPr>
              <a:t>Scan de QR-code of ga </a:t>
            </a:r>
            <a:r>
              <a:rPr lang="en-US" sz="1400" err="1">
                <a:solidFill>
                  <a:srgbClr val="C8BFA8"/>
                </a:solidFill>
              </a:rPr>
              <a:t>naar</a:t>
            </a:r>
            <a:r>
              <a:rPr lang="en-US" sz="1400">
                <a:solidFill>
                  <a:srgbClr val="C8BFA8"/>
                </a:solidFill>
              </a:rPr>
              <a:t> de link</a:t>
            </a:r>
          </a:p>
        </p:txBody>
      </p:sp>
    </p:spTree>
    <p:extLst>
      <p:ext uri="{BB962C8B-B14F-4D97-AF65-F5344CB8AC3E}">
        <p14:creationId xmlns:p14="http://schemas.microsoft.com/office/powerpoint/2010/main" val="232703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113544170]">
  <a:themeElements>
    <a:clrScheme name="WhiteJack Dark">
      <a:dk1>
        <a:srgbClr val="F0ECE3"/>
      </a:dk1>
      <a:lt1>
        <a:srgbClr val="1A1A20"/>
      </a:lt1>
      <a:dk2>
        <a:srgbClr val="C8BFA8"/>
      </a:dk2>
      <a:lt2>
        <a:srgbClr val="2A2A32"/>
      </a:lt2>
      <a:accent1>
        <a:srgbClr val="D4A843"/>
      </a:accent1>
      <a:accent2>
        <a:srgbClr val="4A7C6F"/>
      </a:accent2>
      <a:accent3>
        <a:srgbClr val="C45C3C"/>
      </a:accent3>
      <a:accent4>
        <a:srgbClr val="6B8DB5"/>
      </a:accent4>
      <a:accent5>
        <a:srgbClr val="8B6BAE"/>
      </a:accent5>
      <a:accent6>
        <a:srgbClr val="5A8A5A"/>
      </a:accent6>
      <a:hlink>
        <a:srgbClr val="467886"/>
      </a:hlink>
      <a:folHlink>
        <a:srgbClr val="96607D"/>
      </a:folHlink>
    </a:clrScheme>
    <a:fontScheme name="WhiteJack Fonts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EEEC4F1-24A2-E14C-8C68-B837C66240A4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 [1775113544170]</vt:lpstr>
      <vt:lpstr>WhiteJack Een d12 dobbelspel gebouwd in Python</vt:lpstr>
      <vt:lpstr>Hoe werkt WhiteJack?</vt:lpstr>
      <vt:lpstr>Techniek &amp; Toekomst</vt:lpstr>
      <vt:lpstr>Probeer het zelf!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Roan Heemstra</dc:creator>
  <cp:revision>1</cp:revision>
  <dcterms:created xsi:type="dcterms:W3CDTF">2026-04-02T07:01:52Z</dcterms:created>
  <dcterms:modified xsi:type="dcterms:W3CDTF">2026-04-02T07:25:29Z</dcterms:modified>
</cp:coreProperties>
</file>